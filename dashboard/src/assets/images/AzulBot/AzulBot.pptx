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8" r:id="rId4"/>
    <p:sldId id="259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E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1800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BB334F-1801-0848-61A8-F318ED4151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1DCF35C-B126-2232-176D-7E17A4AA6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B7A7342-4BFB-96F3-A82F-2A362EFA1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2420C-BABB-4137-86F8-7C5E7D6CD91D}" type="datetimeFigureOut">
              <a:rPr lang="pt-BR" smtClean="0"/>
              <a:t>08/10/2024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5EC77D8-BB4D-F7A5-A6C5-7D7363303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B733F63-E50E-8200-D534-380D3FBFA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EEC9E-288F-4E94-BAFA-9474FEE766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6065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63F948-C735-F568-BE4C-E6D140C6E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0E20291-AFDA-AE40-1E9E-DA4385A09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5E163E0-7A39-BC4D-660A-2F28815F3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2420C-BABB-4137-86F8-7C5E7D6CD91D}" type="datetimeFigureOut">
              <a:rPr lang="pt-BR" smtClean="0"/>
              <a:t>08/10/2024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AC36FD8-B950-5653-E7EF-637A1F79A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707A77-F690-5422-7C77-EE2FFEE61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EEC9E-288F-4E94-BAFA-9474FEE766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5401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E3D6B2-C102-7104-9B5B-7AA106D80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9AE54B5-E336-BD8B-C46F-4FF840BF7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420B1F2-8A60-31E9-407E-CFAB2759E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2420C-BABB-4137-86F8-7C5E7D6CD91D}" type="datetimeFigureOut">
              <a:rPr lang="pt-BR" smtClean="0"/>
              <a:t>08/10/2024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AB6BBB2-8111-9885-B4EC-9AA581680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011E62A-36F3-0AC2-195D-29BA901E4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EEC9E-288F-4E94-BAFA-9474FEE766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6503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1816DE-2BD7-FDE4-D4DB-9668CA458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525BEE-DBEC-1424-1437-CFBFEFC95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B950940-8D3E-D7BF-95E0-508DCD962C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F017CFC-D93E-BC6F-8152-2A9AE5DA9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2420C-BABB-4137-86F8-7C5E7D6CD91D}" type="datetimeFigureOut">
              <a:rPr lang="pt-BR" smtClean="0"/>
              <a:t>08/10/2024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C2EBEF3-BD9F-93C6-9548-913237C19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23BED2B-CB71-2BBA-8427-2A1BEBED5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EEC9E-288F-4E94-BAFA-9474FEE766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9018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053658-288F-E6AD-889F-A2A986D21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A2EE40-5F09-F13F-2DEB-0634F708C5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1287BDD-626E-AF17-1C57-211396000B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15FFC11-1A17-4FE2-EE1B-D74924136A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33671A6-EE85-71B2-E557-68C8B1A312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20D61DC-660C-60F5-BE15-EBE2DEF53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2420C-BABB-4137-86F8-7C5E7D6CD91D}" type="datetimeFigureOut">
              <a:rPr lang="pt-BR" smtClean="0"/>
              <a:t>08/10/2024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61AFF91-4CBD-3471-4319-42E2D5805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74734AB-1E54-86F9-8B69-CB2C9682B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EEC9E-288F-4E94-BAFA-9474FEE766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60619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DF2C06-2482-EB83-5639-9E961D028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790F889-195F-5DBD-64AF-A2AE8C45E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2420C-BABB-4137-86F8-7C5E7D6CD91D}" type="datetimeFigureOut">
              <a:rPr lang="pt-BR" smtClean="0"/>
              <a:t>08/10/2024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2EE85B8-3DFA-3CE7-A901-7C4AE25E2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56AB35C-A388-839A-5AF4-A415D281D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EEC9E-288F-4E94-BAFA-9474FEE766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1636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087D711-7BB9-1B26-2630-389BCCA6A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2420C-BABB-4137-86F8-7C5E7D6CD91D}" type="datetimeFigureOut">
              <a:rPr lang="pt-BR" smtClean="0"/>
              <a:t>08/10/2024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63BB08E-7A4A-101E-F81B-61F02E9D7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77A19E0-A9C5-F0F8-532E-727460FB7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EEC9E-288F-4E94-BAFA-9474FEE766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551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7B61B9-5068-E835-B8D9-35385677F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CD640BA-60EA-C2CA-2DC8-101E8E1F7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734C98D-3EF3-B63F-9446-C2905EF710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570A140-BD93-D648-FF5B-6B7092233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2420C-BABB-4137-86F8-7C5E7D6CD91D}" type="datetimeFigureOut">
              <a:rPr lang="pt-BR" smtClean="0"/>
              <a:t>08/10/2024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45F7142-3EE2-066D-F6FF-F1E14D08D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622EA4A-8746-AE79-0F7A-1AD9AC66E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EEC9E-288F-4E94-BAFA-9474FEE766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1169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3CB200-C38B-6E3D-84B2-676AFD94D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7D2EE58-3B32-2192-AE56-510F7746B9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F441A0E-5666-CFF1-432A-62BF65BA33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EC132F2-72BA-5D70-6E3C-2EFCA7D91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2420C-BABB-4137-86F8-7C5E7D6CD91D}" type="datetimeFigureOut">
              <a:rPr lang="pt-BR" smtClean="0"/>
              <a:t>08/10/2024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0CEF25F-2A34-F513-E4A9-9EC1565A3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BAE815D-8FAA-F423-289C-988ADCC01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EEC9E-288F-4E94-BAFA-9474FEE766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0439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448FE5-FE38-DE10-F140-CCDF531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BCE11DD-11DC-7FCB-CCD2-A45DF80390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E0F3A0E-F78C-CC5C-4BB1-CD2BA5918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2420C-BABB-4137-86F8-7C5E7D6CD91D}" type="datetimeFigureOut">
              <a:rPr lang="pt-BR" smtClean="0"/>
              <a:t>08/10/2024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E5A38DB-FF8A-F1E9-4A1C-D32BA0CA7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1D79E1D-F11E-8405-5108-DFB50E905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EEC9E-288F-4E94-BAFA-9474FEE766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0638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89FC7C5-EBDB-AA01-E55B-1D2BB9489C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6FA7C4F-245E-A821-7E1F-C81E1819B1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4FAFA21-59EB-D6AE-BA52-E378A2E2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2420C-BABB-4137-86F8-7C5E7D6CD91D}" type="datetimeFigureOut">
              <a:rPr lang="pt-BR" smtClean="0"/>
              <a:t>08/10/2024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1F3CEA6-E19C-6EC4-7277-91E4D72E4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5EDCC8-C0BC-08FE-7EA5-492CB861E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EEC9E-288F-4E94-BAFA-9474FEE766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3201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8987036-79E8-5865-5469-26CD43590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81AAF12-B68E-8D3F-ABAE-69C539AEB4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9EF48A9-F1DC-4D9D-B360-F7F76D0B95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C2420C-BABB-4137-86F8-7C5E7D6CD91D}" type="datetimeFigureOut">
              <a:rPr lang="pt-BR" smtClean="0"/>
              <a:t>08/10/2024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897CBA-71A7-A507-40B3-31AF4BB35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96CCA2B-6E77-2971-A84B-A823BB9DB8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FEEC9E-288F-4E94-BAFA-9474FEE766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6297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Agrupar 5">
            <a:extLst>
              <a:ext uri="{FF2B5EF4-FFF2-40B4-BE49-F238E27FC236}">
                <a16:creationId xmlns:a16="http://schemas.microsoft.com/office/drawing/2014/main" id="{3F861AC4-896E-AC00-556F-B1862F5F4A84}"/>
              </a:ext>
            </a:extLst>
          </p:cNvPr>
          <p:cNvGrpSpPr/>
          <p:nvPr/>
        </p:nvGrpSpPr>
        <p:grpSpPr>
          <a:xfrm>
            <a:off x="6305550" y="2339186"/>
            <a:ext cx="4490332" cy="2646878"/>
            <a:chOff x="5837757" y="2526744"/>
            <a:chExt cx="4490332" cy="2646878"/>
          </a:xfrm>
        </p:grpSpPr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7B9BCF45-D3E8-34BC-7ED1-EA1C842869EA}"/>
                </a:ext>
              </a:extLst>
            </p:cNvPr>
            <p:cNvSpPr txBox="1"/>
            <p:nvPr/>
          </p:nvSpPr>
          <p:spPr>
            <a:xfrm>
              <a:off x="5837757" y="2526744"/>
              <a:ext cx="4490332" cy="26468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6600" dirty="0">
                  <a:solidFill>
                    <a:srgbClr val="FFAE44"/>
                  </a:solidFill>
                  <a:latin typeface="Audiowide" panose="02000503000000020004" pitchFamily="2" charset="0"/>
                </a:rPr>
                <a:t>B  t</a:t>
              </a:r>
            </a:p>
          </p:txBody>
        </p:sp>
        <p:pic>
          <p:nvPicPr>
            <p:cNvPr id="4" name="Imagem 3" descr="Uma imagem contendo luz, escuro, aceso, mesa&#10;&#10;Descrição gerada automaticamente">
              <a:extLst>
                <a:ext uri="{FF2B5EF4-FFF2-40B4-BE49-F238E27FC236}">
                  <a16:creationId xmlns:a16="http://schemas.microsoft.com/office/drawing/2014/main" id="{6B41C622-4C17-53E1-DE7F-25F6688453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39794" y="2813014"/>
              <a:ext cx="1905266" cy="1905266"/>
            </a:xfrm>
            <a:prstGeom prst="rect">
              <a:avLst/>
            </a:prstGeom>
          </p:spPr>
        </p:pic>
      </p:grpSp>
      <p:pic>
        <p:nvPicPr>
          <p:cNvPr id="5" name="Imagem 4">
            <a:extLst>
              <a:ext uri="{FF2B5EF4-FFF2-40B4-BE49-F238E27FC236}">
                <a16:creationId xmlns:a16="http://schemas.microsoft.com/office/drawing/2014/main" id="{188C9EA0-DC8D-A999-7DE2-A6C9B8008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347" y="2309153"/>
            <a:ext cx="5238750" cy="2070623"/>
          </a:xfrm>
          <a:prstGeom prst="rect">
            <a:avLst/>
          </a:prstGeom>
        </p:spPr>
      </p:pic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1F71A0EB-80A9-97EE-5B7A-4E0E56B54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4414" y="166687"/>
            <a:ext cx="3262313" cy="3262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0090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>
            <a:extLst>
              <a:ext uri="{FF2B5EF4-FFF2-40B4-BE49-F238E27FC236}">
                <a16:creationId xmlns:a16="http://schemas.microsoft.com/office/drawing/2014/main" id="{0ECAE3F6-BA3A-0A94-1782-DA30BF50BA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425" y="2421506"/>
            <a:ext cx="8420100" cy="1821142"/>
          </a:xfrm>
          <a:prstGeom prst="rect">
            <a:avLst/>
          </a:prstGeom>
        </p:spPr>
      </p:pic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1F71A0EB-80A9-97EE-5B7A-4E0E56B54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737" y="1700920"/>
            <a:ext cx="3262313" cy="3262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96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1F71A0EB-80A9-97EE-5B7A-4E0E56B54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4843" y="-264320"/>
            <a:ext cx="3262313" cy="3262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1F6253DB-D44D-EF65-AF80-0CA4AC3A3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625" y="2393688"/>
            <a:ext cx="5238750" cy="2070623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1C2D3049-589E-2763-FBD8-ED29B789A0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8550" y="4566911"/>
            <a:ext cx="4914900" cy="1824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146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F6253DB-D44D-EF65-AF80-0CA4AC3A3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625" y="1358377"/>
            <a:ext cx="5238750" cy="207062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7CEF31E-2A6C-2B66-ED2C-41147EECE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9975" y="3501313"/>
            <a:ext cx="4972050" cy="184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63450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</Words>
  <Application>Microsoft Office PowerPoint</Application>
  <PresentationFormat>Widescreen</PresentationFormat>
  <Paragraphs>1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Audiowide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Mendes</dc:creator>
  <cp:lastModifiedBy>Tom Mendes</cp:lastModifiedBy>
  <cp:revision>6</cp:revision>
  <dcterms:created xsi:type="dcterms:W3CDTF">2024-09-17T21:50:52Z</dcterms:created>
  <dcterms:modified xsi:type="dcterms:W3CDTF">2024-10-08T12:10:45Z</dcterms:modified>
</cp:coreProperties>
</file>