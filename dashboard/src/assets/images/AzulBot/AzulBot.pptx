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254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B334F-1801-0848-61A8-F318ED415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DCF35C-B126-2232-176D-7E17A4AA6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7A7342-4BFB-96F3-A82F-2A362EFA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EC77D8-BB4D-F7A5-A6C5-7D736330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733F63-E50E-8200-D534-380D3FBF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06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3F948-C735-F568-BE4C-E6D140C6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E20291-AFDA-AE40-1E9E-DA4385A09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163E0-7A39-BC4D-660A-2F28815F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C36FD8-B950-5653-E7EF-637A1F79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07A77-F690-5422-7C77-EE2FFEE6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40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3D6B2-C102-7104-9B5B-7AA106D8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AE54B5-E336-BD8B-C46F-4FF840BF7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0B1F2-8A60-31E9-407E-CFAB2759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B6BBB2-8111-9885-B4EC-9AA58168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11E62A-36F3-0AC2-195D-29BA901E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503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816DE-2BD7-FDE4-D4DB-9668CA45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25BEE-DBEC-1424-1437-CFBFEFC95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950940-8D3E-D7BF-95E0-508DCD962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017CFC-D93E-BC6F-8152-2A9AE5DA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2EBEF3-BD9F-93C6-9548-913237C1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3BED2B-CB71-2BBA-8427-2A1BEBED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01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53658-288F-E6AD-889F-A2A986D2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A2EE40-5F09-F13F-2DEB-0634F708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287BDD-626E-AF17-1C57-211396000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5FFC11-1A17-4FE2-EE1B-D74924136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3671A6-EE85-71B2-E557-68C8B1A312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0D61DC-660C-60F5-BE15-EBE2DEF5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1AFF91-4CBD-3471-4319-42E2D580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4734AB-1E54-86F9-8B69-CB2C9682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06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F2C06-2482-EB83-5639-9E961D02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90F889-195F-5DBD-64AF-A2AE8C45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EE85B8-3DFA-3CE7-A901-7C4AE25E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6AB35C-A388-839A-5AF4-A415D281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63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087D711-7BB9-1B26-2630-389BCCA6A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3BB08E-7A4A-101E-F81B-61F02E9D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7A19E0-A9C5-F0F8-532E-727460FB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51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B61B9-5068-E835-B8D9-35385677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640BA-60EA-C2CA-2DC8-101E8E1F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34C98D-3EF3-B63F-9446-C2905EF71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70A140-BD93-D648-FF5B-6B709223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5F7142-3EE2-066D-F6FF-F1E14D08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22EA4A-8746-AE79-0F7A-1AD9AC66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16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CB200-C38B-6E3D-84B2-676AFD94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D2EE58-3B32-2192-AE56-510F7746B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441A0E-5666-CFF1-432A-62BF65BA3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C132F2-72BA-5D70-6E3C-2EFCA7D9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CEF25F-2A34-F513-E4A9-9EC1565A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AE815D-8FAA-F423-289C-988ADCC0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43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48FE5-FE38-DE10-F140-CCDF531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CE11DD-11DC-7FCB-CCD2-A45DF8039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F3A0E-F78C-CC5C-4BB1-CD2BA591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5A38DB-FF8A-F1E9-4A1C-D32BA0CA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D79E1D-F11E-8405-5108-DFB50E90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63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9FC7C5-EBDB-AA01-E55B-1D2BB9489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FA7C4F-245E-A821-7E1F-C81E1819B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FAFA21-59EB-D6AE-BA52-E378A2E2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3CEA6-E19C-6EC4-7277-91E4D72E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5EDCC8-C0BC-08FE-7EA5-492CB861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32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987036-79E8-5865-5469-26CD4359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1AAF12-B68E-8D3F-ABAE-69C539AE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EF48A9-F1DC-4D9D-B360-F7F76D0B9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2420C-BABB-4137-86F8-7C5E7D6CD91D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897CBA-71A7-A507-40B3-31AF4BB35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CCA2B-6E77-2971-A84B-A823BB9DB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EEC9E-288F-4E94-BAFA-9474FEE76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29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9BCF45-D3E8-34BC-7ED1-EA1C842869EA}"/>
              </a:ext>
            </a:extLst>
          </p:cNvPr>
          <p:cNvSpPr txBox="1"/>
          <p:nvPr/>
        </p:nvSpPr>
        <p:spPr>
          <a:xfrm>
            <a:off x="6305550" y="2339186"/>
            <a:ext cx="449033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600" dirty="0">
                <a:solidFill>
                  <a:srgbClr val="FFAE44"/>
                </a:solidFill>
                <a:latin typeface="Audiowide" panose="02000503000000020004" pitchFamily="2" charset="0"/>
              </a:rPr>
              <a:t>B  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88C9EA0-DC8D-A999-7DE2-A6C9B8008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47" y="2309153"/>
            <a:ext cx="5238750" cy="2070623"/>
          </a:xfrm>
          <a:prstGeom prst="rect">
            <a:avLst/>
          </a:prstGeom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F71A0EB-80A9-97EE-5B7A-4E0E56B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414" y="166687"/>
            <a:ext cx="3262313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B052661-A9E9-99FD-A27B-1F1EE5305142}"/>
              </a:ext>
            </a:extLst>
          </p:cNvPr>
          <p:cNvSpPr txBox="1"/>
          <p:nvPr/>
        </p:nvSpPr>
        <p:spPr>
          <a:xfrm>
            <a:off x="7534275" y="2419350"/>
            <a:ext cx="261481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319009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ECAE3F6-BA3A-0A94-1782-DA30BF50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023"/>
          <a:stretch/>
        </p:blipFill>
        <p:spPr>
          <a:xfrm>
            <a:off x="2638425" y="2421506"/>
            <a:ext cx="4629150" cy="1821142"/>
          </a:xfrm>
          <a:prstGeom prst="rect">
            <a:avLst/>
          </a:prstGeom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F71A0EB-80A9-97EE-5B7A-4E0E56B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37" y="1700920"/>
            <a:ext cx="3262313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55D7E29-FDC6-D368-0A67-7C5D5EBC5FD6}"/>
              </a:ext>
            </a:extLst>
          </p:cNvPr>
          <p:cNvSpPr txBox="1"/>
          <p:nvPr/>
        </p:nvSpPr>
        <p:spPr>
          <a:xfrm>
            <a:off x="7105650" y="2215361"/>
            <a:ext cx="449033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600" dirty="0">
                <a:solidFill>
                  <a:srgbClr val="FFAE44"/>
                </a:solidFill>
                <a:latin typeface="Audiowide" panose="02000503000000020004" pitchFamily="2" charset="0"/>
              </a:rPr>
              <a:t>B  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F6A2E4-425A-F9C0-46E6-175362AA8D9D}"/>
              </a:ext>
            </a:extLst>
          </p:cNvPr>
          <p:cNvSpPr txBox="1"/>
          <p:nvPr/>
        </p:nvSpPr>
        <p:spPr>
          <a:xfrm>
            <a:off x="8334375" y="2295525"/>
            <a:ext cx="261481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41096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1F71A0EB-80A9-97EE-5B7A-4E0E56B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43" y="-264320"/>
            <a:ext cx="3262313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F6253DB-D44D-EF65-AF80-0CA4AC3A3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2393688"/>
            <a:ext cx="5238750" cy="2070623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EE675E40-015D-249B-AE63-4C314ECA8692}"/>
              </a:ext>
            </a:extLst>
          </p:cNvPr>
          <p:cNvGrpSpPr/>
          <p:nvPr/>
        </p:nvGrpSpPr>
        <p:grpSpPr>
          <a:xfrm>
            <a:off x="3850834" y="4211122"/>
            <a:ext cx="4490332" cy="2646878"/>
            <a:chOff x="3933825" y="4211122"/>
            <a:chExt cx="4490332" cy="2646878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58F052CF-C45D-3C13-5A36-CC1AE342EFAE}"/>
                </a:ext>
              </a:extLst>
            </p:cNvPr>
            <p:cNvSpPr txBox="1"/>
            <p:nvPr/>
          </p:nvSpPr>
          <p:spPr>
            <a:xfrm>
              <a:off x="3933825" y="4211122"/>
              <a:ext cx="4490332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600" dirty="0">
                  <a:solidFill>
                    <a:srgbClr val="FFAE44"/>
                  </a:solidFill>
                  <a:latin typeface="Audiowide" panose="02000503000000020004" pitchFamily="2" charset="0"/>
                </a:rPr>
                <a:t>B  t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D8E9A1D-A3C6-9F39-427C-11C336FA33B1}"/>
                </a:ext>
              </a:extLst>
            </p:cNvPr>
            <p:cNvSpPr txBox="1"/>
            <p:nvPr/>
          </p:nvSpPr>
          <p:spPr>
            <a:xfrm>
              <a:off x="5162550" y="4291286"/>
              <a:ext cx="2614818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3800" dirty="0"/>
                <a:t>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314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6253DB-D44D-EF65-AF80-0CA4AC3A3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1358377"/>
            <a:ext cx="5238750" cy="207062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D2BD32A-E20E-7F44-22C5-63EB0DE2EC6D}"/>
              </a:ext>
            </a:extLst>
          </p:cNvPr>
          <p:cNvSpPr txBox="1"/>
          <p:nvPr/>
        </p:nvSpPr>
        <p:spPr>
          <a:xfrm>
            <a:off x="3781425" y="3215486"/>
            <a:ext cx="449033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600" dirty="0">
                <a:solidFill>
                  <a:srgbClr val="FFAE44"/>
                </a:solidFill>
                <a:latin typeface="Audiowide" panose="02000503000000020004" pitchFamily="2" charset="0"/>
              </a:rPr>
              <a:t>B  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4CCE407-0360-714A-34BC-2AE5B9A03841}"/>
              </a:ext>
            </a:extLst>
          </p:cNvPr>
          <p:cNvSpPr txBox="1"/>
          <p:nvPr/>
        </p:nvSpPr>
        <p:spPr>
          <a:xfrm>
            <a:off x="5010150" y="3295650"/>
            <a:ext cx="261481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800" dirty="0"/>
              <a:t>🤖</a:t>
            </a:r>
          </a:p>
        </p:txBody>
      </p:sp>
    </p:spTree>
    <p:extLst>
      <p:ext uri="{BB962C8B-B14F-4D97-AF65-F5344CB8AC3E}">
        <p14:creationId xmlns:p14="http://schemas.microsoft.com/office/powerpoint/2010/main" val="30866345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Audiowide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Mendes</dc:creator>
  <cp:lastModifiedBy>Tom Mendes</cp:lastModifiedBy>
  <cp:revision>7</cp:revision>
  <dcterms:created xsi:type="dcterms:W3CDTF">2024-09-17T21:50:52Z</dcterms:created>
  <dcterms:modified xsi:type="dcterms:W3CDTF">2024-10-16T17:26:04Z</dcterms:modified>
</cp:coreProperties>
</file>