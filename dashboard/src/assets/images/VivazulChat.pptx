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3504" y="6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BB334F-1801-0848-61A8-F318ED415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1DCF35C-B126-2232-176D-7E17A4AA66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7A7342-4BFB-96F3-A82F-2A362EFA1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2420C-BABB-4137-86F8-7C5E7D6CD91D}" type="datetimeFigureOut">
              <a:rPr lang="pt-BR" smtClean="0"/>
              <a:t>17/09/2024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EC77D8-BB4D-F7A5-A6C5-7D7363303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733F63-E50E-8200-D534-380D3FBFA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EEC9E-288F-4E94-BAFA-9474FEE76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6065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63F948-C735-F568-BE4C-E6D140C6E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E20291-AFDA-AE40-1E9E-DA4385A09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E163E0-7A39-BC4D-660A-2F28815F3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2420C-BABB-4137-86F8-7C5E7D6CD91D}" type="datetimeFigureOut">
              <a:rPr lang="pt-BR" smtClean="0"/>
              <a:t>17/09/2024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C36FD8-B950-5653-E7EF-637A1F79A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707A77-F690-5422-7C77-EE2FFEE61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EEC9E-288F-4E94-BAFA-9474FEE76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5401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E3D6B2-C102-7104-9B5B-7AA106D80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9AE54B5-E336-BD8B-C46F-4FF840BF7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20B1F2-8A60-31E9-407E-CFAB2759E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2420C-BABB-4137-86F8-7C5E7D6CD91D}" type="datetimeFigureOut">
              <a:rPr lang="pt-BR" smtClean="0"/>
              <a:t>17/09/2024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B6BBB2-8111-9885-B4EC-9AA581680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11E62A-36F3-0AC2-195D-29BA901E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EEC9E-288F-4E94-BAFA-9474FEE76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6503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1816DE-2BD7-FDE4-D4DB-9668CA458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525BEE-DBEC-1424-1437-CFBFEFC95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B950940-8D3E-D7BF-95E0-508DCD962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017CFC-D93E-BC6F-8152-2A9AE5DA9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2420C-BABB-4137-86F8-7C5E7D6CD91D}" type="datetimeFigureOut">
              <a:rPr lang="pt-BR" smtClean="0"/>
              <a:t>17/09/2024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C2EBEF3-BD9F-93C6-9548-913237C1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23BED2B-CB71-2BBA-8427-2A1BEBED5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EEC9E-288F-4E94-BAFA-9474FEE76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9018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053658-288F-E6AD-889F-A2A986D21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A2EE40-5F09-F13F-2DEB-0634F708C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1287BDD-626E-AF17-1C57-211396000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15FFC11-1A17-4FE2-EE1B-D74924136A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3671A6-EE85-71B2-E557-68C8B1A312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20D61DC-660C-60F5-BE15-EBE2DEF53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2420C-BABB-4137-86F8-7C5E7D6CD91D}" type="datetimeFigureOut">
              <a:rPr lang="pt-BR" smtClean="0"/>
              <a:t>17/09/2024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1AFF91-4CBD-3471-4319-42E2D5805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74734AB-1E54-86F9-8B69-CB2C9682B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EEC9E-288F-4E94-BAFA-9474FEE76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6061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DF2C06-2482-EB83-5639-9E961D028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790F889-195F-5DBD-64AF-A2AE8C45E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2420C-BABB-4137-86F8-7C5E7D6CD91D}" type="datetimeFigureOut">
              <a:rPr lang="pt-BR" smtClean="0"/>
              <a:t>17/09/2024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2EE85B8-3DFA-3CE7-A901-7C4AE25E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56AB35C-A388-839A-5AF4-A415D281D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EEC9E-288F-4E94-BAFA-9474FEE76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1636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087D711-7BB9-1B26-2630-389BCCA6A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2420C-BABB-4137-86F8-7C5E7D6CD91D}" type="datetimeFigureOut">
              <a:rPr lang="pt-BR" smtClean="0"/>
              <a:t>17/09/2024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63BB08E-7A4A-101E-F81B-61F02E9D7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77A19E0-A9C5-F0F8-532E-727460FB7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EEC9E-288F-4E94-BAFA-9474FEE76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551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7B61B9-5068-E835-B8D9-35385677F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D640BA-60EA-C2CA-2DC8-101E8E1F7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734C98D-3EF3-B63F-9446-C2905EF71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70A140-BD93-D648-FF5B-6B7092233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2420C-BABB-4137-86F8-7C5E7D6CD91D}" type="datetimeFigureOut">
              <a:rPr lang="pt-BR" smtClean="0"/>
              <a:t>17/09/2024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5F7142-3EE2-066D-F6FF-F1E14D08D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622EA4A-8746-AE79-0F7A-1AD9AC66E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EEC9E-288F-4E94-BAFA-9474FEE76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1169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3CB200-C38B-6E3D-84B2-676AFD94D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7D2EE58-3B32-2192-AE56-510F7746B9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F441A0E-5666-CFF1-432A-62BF65BA33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C132F2-72BA-5D70-6E3C-2EFCA7D91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2420C-BABB-4137-86F8-7C5E7D6CD91D}" type="datetimeFigureOut">
              <a:rPr lang="pt-BR" smtClean="0"/>
              <a:t>17/09/2024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0CEF25F-2A34-F513-E4A9-9EC1565A3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BAE815D-8FAA-F423-289C-988ADCC01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EEC9E-288F-4E94-BAFA-9474FEE76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0439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448FE5-FE38-DE10-F140-CCDF53189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BCE11DD-11DC-7FCB-CCD2-A45DF80390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0F3A0E-F78C-CC5C-4BB1-CD2BA5918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2420C-BABB-4137-86F8-7C5E7D6CD91D}" type="datetimeFigureOut">
              <a:rPr lang="pt-BR" smtClean="0"/>
              <a:t>17/09/2024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5A38DB-FF8A-F1E9-4A1C-D32BA0CA7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D79E1D-F11E-8405-5108-DFB50E905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EEC9E-288F-4E94-BAFA-9474FEE76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0638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89FC7C5-EBDB-AA01-E55B-1D2BB9489C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6FA7C4F-245E-A821-7E1F-C81E1819B1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FAFA21-59EB-D6AE-BA52-E378A2E2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2420C-BABB-4137-86F8-7C5E7D6CD91D}" type="datetimeFigureOut">
              <a:rPr lang="pt-BR" smtClean="0"/>
              <a:t>17/09/2024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3CEA6-E19C-6EC4-7277-91E4D72E4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5EDCC8-C0BC-08FE-7EA5-492CB861E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EEC9E-288F-4E94-BAFA-9474FEE76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6320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8987036-79E8-5865-5469-26CD43590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1AAF12-B68E-8D3F-ABAE-69C539AEB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EF48A9-F1DC-4D9D-B360-F7F76D0B95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C2420C-BABB-4137-86F8-7C5E7D6CD91D}" type="datetimeFigureOut">
              <a:rPr lang="pt-BR" smtClean="0"/>
              <a:t>17/09/2024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897CBA-71A7-A507-40B3-31AF4BB35C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6CCA2B-6E77-2971-A84B-A823BB9DB8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FEEC9E-288F-4E94-BAFA-9474FEE76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6297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1F71A0EB-80A9-97EE-5B7A-4E0E56B54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843" y="82152"/>
            <a:ext cx="3262313" cy="326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E5FA28E2-3010-56D9-F1BD-FCFA08D0059D}"/>
              </a:ext>
            </a:extLst>
          </p:cNvPr>
          <p:cNvGrpSpPr/>
          <p:nvPr/>
        </p:nvGrpSpPr>
        <p:grpSpPr>
          <a:xfrm>
            <a:off x="1243532" y="2566987"/>
            <a:ext cx="9704936" cy="1724025"/>
            <a:chOff x="2314575" y="2566987"/>
            <a:chExt cx="9704936" cy="1724025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DD0C5C2E-236A-7F38-6E41-E1EFFB6BDF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38749"/>
            <a:stretch/>
          </p:blipFill>
          <p:spPr>
            <a:xfrm>
              <a:off x="2314575" y="2566987"/>
              <a:ext cx="4632325" cy="1724025"/>
            </a:xfrm>
            <a:prstGeom prst="rect">
              <a:avLst/>
            </a:prstGeom>
          </p:spPr>
        </p:pic>
        <p:pic>
          <p:nvPicPr>
            <p:cNvPr id="17" name="Imagem 16" descr="Logotipo&#10;&#10;Descrição gerada automaticamente">
              <a:extLst>
                <a:ext uri="{FF2B5EF4-FFF2-40B4-BE49-F238E27FC236}">
                  <a16:creationId xmlns:a16="http://schemas.microsoft.com/office/drawing/2014/main" id="{D335B4EA-E75E-4878-B25C-EC4CF14BC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6900" y="2566987"/>
              <a:ext cx="5072611" cy="17240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90090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1F71A0EB-80A9-97EE-5B7A-4E0E56B54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843" y="82152"/>
            <a:ext cx="3262313" cy="326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Agrupar 3">
            <a:extLst>
              <a:ext uri="{FF2B5EF4-FFF2-40B4-BE49-F238E27FC236}">
                <a16:creationId xmlns:a16="http://schemas.microsoft.com/office/drawing/2014/main" id="{BA85DDF8-FB0F-3762-6952-CBD8A6A8DA22}"/>
              </a:ext>
            </a:extLst>
          </p:cNvPr>
          <p:cNvGrpSpPr/>
          <p:nvPr/>
        </p:nvGrpSpPr>
        <p:grpSpPr>
          <a:xfrm>
            <a:off x="700607" y="3160189"/>
            <a:ext cx="10311361" cy="2070623"/>
            <a:chOff x="637107" y="2220389"/>
            <a:chExt cx="10311361" cy="2070623"/>
          </a:xfrm>
        </p:grpSpPr>
        <p:pic>
          <p:nvPicPr>
            <p:cNvPr id="17" name="Imagem 16" descr="Logotipo&#10;&#10;Descrição gerada automaticamente">
              <a:extLst>
                <a:ext uri="{FF2B5EF4-FFF2-40B4-BE49-F238E27FC236}">
                  <a16:creationId xmlns:a16="http://schemas.microsoft.com/office/drawing/2014/main" id="{D335B4EA-E75E-4878-B25C-EC4CF14BC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75857" y="2566987"/>
              <a:ext cx="5072611" cy="1724025"/>
            </a:xfrm>
            <a:prstGeom prst="rect">
              <a:avLst/>
            </a:prstGeom>
          </p:spPr>
        </p:pic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1F6253DB-D44D-EF65-AF80-0CA4AC3A30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7107" y="2220389"/>
              <a:ext cx="5238750" cy="20706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9462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E1B94A17-9D3C-C76D-0750-E7C9C0564D0B}"/>
              </a:ext>
            </a:extLst>
          </p:cNvPr>
          <p:cNvGrpSpPr/>
          <p:nvPr/>
        </p:nvGrpSpPr>
        <p:grpSpPr>
          <a:xfrm>
            <a:off x="1533387" y="1797843"/>
            <a:ext cx="9125225" cy="3262313"/>
            <a:chOff x="1734343" y="1162714"/>
            <a:chExt cx="9125225" cy="3262313"/>
          </a:xfrm>
        </p:grpSpPr>
        <p:pic>
          <p:nvPicPr>
            <p:cNvPr id="1028" name="Picture 4" descr="Image">
              <a:extLst>
                <a:ext uri="{FF2B5EF4-FFF2-40B4-BE49-F238E27FC236}">
                  <a16:creationId xmlns:a16="http://schemas.microsoft.com/office/drawing/2014/main" id="{1F71A0EB-80A9-97EE-5B7A-4E0E56B54A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4343" y="1162714"/>
              <a:ext cx="3262313" cy="32623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BA85DDF8-FB0F-3762-6952-CBD8A6A8DA22}"/>
                </a:ext>
              </a:extLst>
            </p:cNvPr>
            <p:cNvGrpSpPr/>
            <p:nvPr/>
          </p:nvGrpSpPr>
          <p:grpSpPr>
            <a:xfrm>
              <a:off x="4533900" y="2158743"/>
              <a:ext cx="6325668" cy="1270257"/>
              <a:chOff x="637107" y="2220389"/>
              <a:chExt cx="10311361" cy="2070623"/>
            </a:xfrm>
          </p:grpSpPr>
          <p:pic>
            <p:nvPicPr>
              <p:cNvPr id="17" name="Imagem 16" descr="Logotipo&#10;&#10;Descrição gerada automaticamente">
                <a:extLst>
                  <a:ext uri="{FF2B5EF4-FFF2-40B4-BE49-F238E27FC236}">
                    <a16:creationId xmlns:a16="http://schemas.microsoft.com/office/drawing/2014/main" id="{D335B4EA-E75E-4878-B25C-EC4CF14BC1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75857" y="2566987"/>
                <a:ext cx="5072611" cy="1724025"/>
              </a:xfrm>
              <a:prstGeom prst="rect">
                <a:avLst/>
              </a:prstGeom>
            </p:spPr>
          </p:pic>
          <p:pic>
            <p:nvPicPr>
              <p:cNvPr id="3" name="Imagem 2">
                <a:extLst>
                  <a:ext uri="{FF2B5EF4-FFF2-40B4-BE49-F238E27FC236}">
                    <a16:creationId xmlns:a16="http://schemas.microsoft.com/office/drawing/2014/main" id="{1F6253DB-D44D-EF65-AF80-0CA4AC3A30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7107" y="2220389"/>
                <a:ext cx="5238750" cy="207062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10965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1F71A0EB-80A9-97EE-5B7A-4E0E56B54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843" y="-264320"/>
            <a:ext cx="3262313" cy="326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m 16" descr="Logotipo&#10;&#10;Descrição gerada automaticamente">
            <a:extLst>
              <a:ext uri="{FF2B5EF4-FFF2-40B4-BE49-F238E27FC236}">
                <a16:creationId xmlns:a16="http://schemas.microsoft.com/office/drawing/2014/main" id="{D335B4EA-E75E-4878-B25C-EC4CF14BC1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9693" y="4793988"/>
            <a:ext cx="5072611" cy="1724025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F6253DB-D44D-EF65-AF80-0CA4AC3A3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25" y="2393688"/>
            <a:ext cx="5238750" cy="2070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146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6868958A-14D8-88A9-18A4-C37F0EEED467}"/>
              </a:ext>
            </a:extLst>
          </p:cNvPr>
          <p:cNvGrpSpPr/>
          <p:nvPr/>
        </p:nvGrpSpPr>
        <p:grpSpPr>
          <a:xfrm>
            <a:off x="3476625" y="1358377"/>
            <a:ext cx="5238750" cy="4124325"/>
            <a:chOff x="3476625" y="1358377"/>
            <a:chExt cx="5238750" cy="4124325"/>
          </a:xfrm>
        </p:grpSpPr>
        <p:pic>
          <p:nvPicPr>
            <p:cNvPr id="17" name="Imagem 16" descr="Logotipo&#10;&#10;Descrição gerada automaticamente">
              <a:extLst>
                <a:ext uri="{FF2B5EF4-FFF2-40B4-BE49-F238E27FC236}">
                  <a16:creationId xmlns:a16="http://schemas.microsoft.com/office/drawing/2014/main" id="{D335B4EA-E75E-4878-B25C-EC4CF14BC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59693" y="3758677"/>
              <a:ext cx="5072611" cy="1724025"/>
            </a:xfrm>
            <a:prstGeom prst="rect">
              <a:avLst/>
            </a:prstGeom>
          </p:spPr>
        </p:pic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1F6253DB-D44D-EF65-AF80-0CA4AC3A30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76625" y="1358377"/>
              <a:ext cx="5238750" cy="20706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866345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Mendes</dc:creator>
  <cp:lastModifiedBy>Tom Mendes</cp:lastModifiedBy>
  <cp:revision>3</cp:revision>
  <dcterms:created xsi:type="dcterms:W3CDTF">2024-09-17T21:50:52Z</dcterms:created>
  <dcterms:modified xsi:type="dcterms:W3CDTF">2024-09-17T22:16:28Z</dcterms:modified>
</cp:coreProperties>
</file>